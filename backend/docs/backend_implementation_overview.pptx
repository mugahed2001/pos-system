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??? ??????? ????? ?? ?? ?????? ?? ????? ??? ????? ????? ?????? ????? ?? ??????? ??? ??????? ???????? ???????? ??????? ???API.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????? ???? ????????: ??????? ???? ????? ??? ????? ????????? ????? ???????? ????? ????? ??????? ?????? ?????? ????? ???????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??????? ?????? ????? ?????? ??? ????? .env ?? ??? DATABASE_URL ? DB_SCHEMA? ??? ??? ??????? ?????? ??????? ?? settings.py.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??????? ??????? ?? ????? ???????? ??? ??? ????? ??? ??????? ??? ????????? ????? ???? ?? ?????????.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?? ????? ???? ??????? ????? ?????? ????? ?????? ??????? ???????? ????????? ?????????? ????????.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???? ????? ???? ?? ???????? ????? ????? ???????? ????????? ?? ??? ??????.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??????? ????????? ?????? ?? accounting/services.py ????? ????? ?????? ????????.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?????? API ????? ??????? ????????? ????????? Admin ??? ??????.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????????? ???? ???? ???? ???????? ????? ????? ???????? ?????????? ??????????? ???.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??? ????? ?????? ??? ????? ???????? ??????????? ?????? ??? ????.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????? ??????? ??????? ???? ??????? ?????????? ????????? ???????? ?????? ?????????.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POS Backend ? Accounting Layer (Odoo-style)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Implementation Overview | 2026-01-25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Was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Django settings hardened + env-based configuration</a:t>
            </a:r>
          </a:p>
          <a:p>
            <a:pPr>
              <a:defRPr sz="2000"/>
            </a:pPr>
            <a:r>
              <a:t>PostgreSQL connection via DATABASE_URL + schema support</a:t>
            </a:r>
          </a:p>
          <a:p>
            <a:pPr>
              <a:defRPr sz="2000"/>
            </a:pPr>
            <a:r>
              <a:t>Domain apps with managed=False models</a:t>
            </a:r>
          </a:p>
          <a:p>
            <a:pPr>
              <a:defRPr sz="2000"/>
            </a:pPr>
            <a:r>
              <a:t>Admin registration for all tables</a:t>
            </a:r>
          </a:p>
          <a:p>
            <a:pPr>
              <a:defRPr sz="2000"/>
            </a:pPr>
            <a:r>
              <a:t>Odoo-style accounting tables + posting engine</a:t>
            </a:r>
          </a:p>
          <a:p>
            <a:pPr>
              <a:defRPr sz="2000"/>
            </a:pPr>
            <a:r>
              <a:t>REST API endpoints for accounting moves/payments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 &amp;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.env / .env.pos drive all settings</a:t>
            </a:r>
          </a:p>
          <a:p>
            <a:pPr>
              <a:defRPr sz="2000"/>
            </a:pPr>
            <a:r>
              <a:t>DATABASE_URL parsed for Postgres credentials</a:t>
            </a:r>
          </a:p>
          <a:p>
            <a:pPr>
              <a:defRPr sz="2000"/>
            </a:pPr>
            <a:r>
              <a:t>DB_SCHEMA sets search_path (pos_loc)</a:t>
            </a:r>
          </a:p>
          <a:p>
            <a:pPr>
              <a:defRPr sz="2000"/>
            </a:pPr>
            <a:r>
              <a:t>Connection pooling + timeouts</a:t>
            </a:r>
          </a:p>
          <a:p>
            <a:pPr>
              <a:defRPr sz="2000"/>
            </a:pPr>
            <a:r>
              <a:t>Security defaults for cookies, HSTS, SSL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Domain Apps &amp; Existing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Apps: tenants, security, catalog, inventory, customers, taxes</a:t>
            </a:r>
          </a:p>
          <a:p>
            <a:pPr>
              <a:defRPr sz="2000"/>
            </a:pPr>
            <a:r>
              <a:t>transactions, accounting, reporting</a:t>
            </a:r>
          </a:p>
          <a:p>
            <a:pPr>
              <a:defRPr sz="2000"/>
            </a:pPr>
            <a:r>
              <a:t>Models mapped to UPPERCASE tables</a:t>
            </a:r>
          </a:p>
          <a:p>
            <a:pPr>
              <a:defRPr sz="2000"/>
            </a:pPr>
            <a:r>
              <a:t>managed=False to avoid altering legacy tables</a:t>
            </a:r>
          </a:p>
          <a:p>
            <a:pPr>
              <a:defRPr sz="2000"/>
            </a:pPr>
            <a:r>
              <a:t>Registered in Django Admin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Accounting Tables (Odoo-style)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ACCOUNT_JOURNALS, ACCOUNT_DEFAULTS</a:t>
            </a:r>
          </a:p>
          <a:p>
            <a:pPr>
              <a:defRPr sz="2000"/>
            </a:pPr>
            <a:r>
              <a:t>ACCOUNT_MOVES, ACCOUNT_MOVE_LINES, ACCOUNT_MOVE_LINE_TAXES</a:t>
            </a:r>
          </a:p>
          <a:p>
            <a:pPr>
              <a:defRPr sz="2000"/>
            </a:pPr>
            <a:r>
              <a:t>ACCOUNT_PAYMENTS</a:t>
            </a:r>
          </a:p>
          <a:p>
            <a:pPr>
              <a:defRPr sz="2000"/>
            </a:pPr>
            <a:r>
              <a:t>Reconciliation: PARTIAL/FULL + lines</a:t>
            </a:r>
          </a:p>
          <a:p>
            <a:pPr>
              <a:defRPr sz="2000"/>
            </a:pPr>
            <a:r>
              <a:t>Taxes: ACCOUNT_TAXES, GROUPS, TAGS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Posting Flow (Sales)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Select transaction</a:t>
            </a:r>
          </a:p>
          <a:p>
            <a:pPr>
              <a:defRPr sz="2000"/>
            </a:pPr>
            <a:r>
              <a:t>Load account defaults + sales journal</a:t>
            </a:r>
          </a:p>
          <a:p>
            <a:pPr>
              <a:defRPr sz="2000"/>
            </a:pPr>
            <a:r>
              <a:t>Generate move number (sequence)</a:t>
            </a:r>
          </a:p>
          <a:p>
            <a:pPr>
              <a:defRPr sz="2000"/>
            </a:pPr>
            <a:r>
              <a:t>Create move + lines</a:t>
            </a:r>
          </a:p>
          <a:p>
            <a:pPr>
              <a:defRPr sz="2000"/>
            </a:pPr>
            <a:r>
              <a:t>Validate balance (debit = credit)</a:t>
            </a:r>
          </a:p>
          <a:p>
            <a:pPr>
              <a:defRPr sz="2000"/>
            </a:pPr>
            <a:r>
              <a:t>Post move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Accounting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create_move_for_transaction()</a:t>
            </a:r>
          </a:p>
          <a:p>
            <a:pPr>
              <a:defRPr sz="2000"/>
            </a:pPr>
            <a:r>
              <a:t>post_move()</a:t>
            </a:r>
          </a:p>
          <a:p>
            <a:pPr>
              <a:defRPr sz="2000"/>
            </a:pPr>
            <a:r>
              <a:t>Locked sequence for journal numbers</a:t>
            </a:r>
          </a:p>
          <a:p>
            <a:pPr>
              <a:defRPr sz="2000"/>
            </a:pPr>
            <a:r>
              <a:t>Totals aggregation per move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GET /api/accounting/moves</a:t>
            </a:r>
          </a:p>
          <a:p>
            <a:pPr>
              <a:defRPr sz="2000"/>
            </a:pPr>
            <a:r>
              <a:t>POST /api/accounting/moves/from-transaction</a:t>
            </a:r>
          </a:p>
          <a:p>
            <a:pPr>
              <a:defRPr sz="2000"/>
            </a:pPr>
            <a:r>
              <a:t>POST /api/accounting/moves/{id}/post</a:t>
            </a:r>
          </a:p>
          <a:p>
            <a:pPr>
              <a:defRPr sz="2000"/>
            </a:pPr>
            <a:r>
              <a:t>GET /api/accounting/payments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All tables are registered</a:t>
            </a:r>
          </a:p>
          <a:p>
            <a:pPr>
              <a:defRPr sz="2000"/>
            </a:pPr>
            <a:r>
              <a:t>Use Admin to configure defaults, journals, taxes</a:t>
            </a:r>
          </a:p>
          <a:p>
            <a:pPr>
              <a:defRPr sz="2000"/>
            </a:pPr>
            <a:r>
              <a:t>Quick visibility for debugging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Create chart of accounts</a:t>
            </a:r>
          </a:p>
          <a:p>
            <a:pPr>
              <a:defRPr sz="2000"/>
            </a:pPr>
            <a:r>
              <a:t>Create journals (sale, cash, bank)</a:t>
            </a:r>
          </a:p>
          <a:p>
            <a:pPr>
              <a:defRPr sz="2000"/>
            </a:pPr>
            <a:r>
              <a:t>Configure AccountDefaults per subsidiary</a:t>
            </a:r>
          </a:p>
          <a:p>
            <a:pPr>
              <a:defRPr sz="2000"/>
            </a:pPr>
            <a:r>
              <a:t>Run posting API for transactions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Detailed tax mapping per line</a:t>
            </a:r>
          </a:p>
          <a:p>
            <a:pPr>
              <a:defRPr sz="2000"/>
            </a:pPr>
            <a:r>
              <a:t>Automatic reconciliation</a:t>
            </a:r>
          </a:p>
          <a:p>
            <a:pPr>
              <a:defRPr sz="2000"/>
            </a:pPr>
            <a:r>
              <a:t>Period lock + audit workflows</a:t>
            </a:r>
          </a:p>
          <a:p>
            <a:pPr>
              <a:defRPr sz="2000"/>
            </a:pPr>
            <a:r>
              <a:t>Reporting: Trial Balance, P&amp;L, Balance Sheet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